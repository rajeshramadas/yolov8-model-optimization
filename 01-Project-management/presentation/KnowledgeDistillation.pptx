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0"/>
  </p:notesMasterIdLst>
  <p:sldIdLst>
    <p:sldId id="257" r:id="rId3"/>
    <p:sldId id="334" r:id="rId4"/>
    <p:sldId id="345" r:id="rId5"/>
    <p:sldId id="346" r:id="rId6"/>
    <p:sldId id="347" r:id="rId7"/>
    <p:sldId id="349" r:id="rId8"/>
    <p:sldId id="329" r:id="rId9"/>
    <p:sldId id="348" r:id="rId10"/>
    <p:sldId id="338" r:id="rId11"/>
    <p:sldId id="340" r:id="rId12"/>
    <p:sldId id="341" r:id="rId13"/>
    <p:sldId id="351" r:id="rId14"/>
    <p:sldId id="350" r:id="rId15"/>
    <p:sldId id="352" r:id="rId16"/>
    <p:sldId id="343" r:id="rId17"/>
    <p:sldId id="344" r:id="rId18"/>
    <p:sldId id="32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github.com/RajeshRamadas/yolov8-model-optimization/tree/main/01-Project-management" TargetMode="External"/><Relationship Id="rId5" Type="http://schemas.openxmlformats.org/officeDocument/2006/relationships/hyperlink" Target="https://github.com/RajeshRamadas/highway-vehicle-tracker/tree/75d96c9aa849d52c155dc343237ff121f7ebbb99" TargetMode="External"/><Relationship Id="rId4" Type="http://schemas.openxmlformats.org/officeDocument/2006/relationships/hyperlink" Target="https://universe.roboflow.com/roboflow-100/vehicles-q0x2v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990" y="1263976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9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6096000" y="10393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142315" y="3085920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6056719" y="1082855"/>
            <a:ext cx="0" cy="19431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069841" y="3129377"/>
            <a:ext cx="0" cy="133876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224579" y="3519479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6160603" y="1456278"/>
            <a:ext cx="32304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0.43 to 0.97 with same training configuration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6C834-E85E-7368-B4E1-60EAAEF250F3}"/>
              </a:ext>
            </a:extLst>
          </p:cNvPr>
          <p:cNvSpPr txBox="1"/>
          <p:nvPr/>
        </p:nvSpPr>
        <p:spPr>
          <a:xfrm>
            <a:off x="6160603" y="5619952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https://universe.roboflow.com/roboflow-100/vehicles-q0x2v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3C383D9-D829-90E8-F2C8-6FD98FEAA2D9}"/>
              </a:ext>
            </a:extLst>
          </p:cNvPr>
          <p:cNvCxnSpPr>
            <a:cxnSpLocks/>
          </p:cNvCxnSpPr>
          <p:nvPr/>
        </p:nvCxnSpPr>
        <p:spPr>
          <a:xfrm>
            <a:off x="6075937" y="4528678"/>
            <a:ext cx="0" cy="133876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E7FE10-9257-95CB-697B-049E10018747}"/>
              </a:ext>
            </a:extLst>
          </p:cNvPr>
          <p:cNvSpPr txBox="1"/>
          <p:nvPr/>
        </p:nvSpPr>
        <p:spPr>
          <a:xfrm>
            <a:off x="6142315" y="4460587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C522B6-6F8A-E498-5668-79767350A9B1}"/>
              </a:ext>
            </a:extLst>
          </p:cNvPr>
          <p:cNvSpPr txBox="1"/>
          <p:nvPr/>
        </p:nvSpPr>
        <p:spPr>
          <a:xfrm>
            <a:off x="6160603" y="4797648"/>
            <a:ext cx="57814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Vehicles Computer Vision Project (</a:t>
            </a: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100)</a:t>
            </a:r>
            <a:b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public object detection dataset featuring 12 vehicle classes (e.g., car, bus, truck types). Originally created by </a:t>
            </a: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Kris, it’s part of the RF100 benchmark, sponsored by Intel to promote model generalizability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154" y="3663330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2130564" y="3178826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2375154" y="317882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2319736" y="1293140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2461420" y="2332801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4115129" y="1293140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4256813" y="2332801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918819" y="1293140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989661" y="2332801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706781" y="1293140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848465" y="2332801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595128" y="1416686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4390521" y="1416686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6321293" y="1416686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8059117" y="1444441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2485920" y="1874767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4301214" y="1910129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6215531" y="194401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8125176" y="1895824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8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  <a:b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2068</Words>
  <Application>Microsoft Office PowerPoint</Application>
  <PresentationFormat>Widescreen</PresentationFormat>
  <Paragraphs>319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Yolov8n Custom Config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Application: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341</cp:revision>
  <dcterms:created xsi:type="dcterms:W3CDTF">2025-01-17T06:21:01Z</dcterms:created>
  <dcterms:modified xsi:type="dcterms:W3CDTF">2025-05-29T22:58:13Z</dcterms:modified>
</cp:coreProperties>
</file>