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7"/>
  </p:notesMasterIdLst>
  <p:sldIdLst>
    <p:sldId id="257" r:id="rId3"/>
    <p:sldId id="334" r:id="rId4"/>
    <p:sldId id="345" r:id="rId5"/>
    <p:sldId id="346" r:id="rId6"/>
    <p:sldId id="347" r:id="rId7"/>
    <p:sldId id="349" r:id="rId8"/>
    <p:sldId id="348" r:id="rId9"/>
    <p:sldId id="338" r:id="rId10"/>
    <p:sldId id="340" r:id="rId11"/>
    <p:sldId id="341" r:id="rId12"/>
    <p:sldId id="351" r:id="rId13"/>
    <p:sldId id="360" r:id="rId14"/>
    <p:sldId id="358" r:id="rId15"/>
    <p:sldId id="350" r:id="rId16"/>
    <p:sldId id="329" r:id="rId17"/>
    <p:sldId id="355" r:id="rId18"/>
    <p:sldId id="353" r:id="rId19"/>
    <p:sldId id="356" r:id="rId20"/>
    <p:sldId id="357" r:id="rId21"/>
    <p:sldId id="354" r:id="rId22"/>
    <p:sldId id="352" r:id="rId23"/>
    <p:sldId id="343" r:id="rId24"/>
    <p:sldId id="344" r:id="rId25"/>
    <p:sldId id="32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0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7.jpg"/><Relationship Id="rId4" Type="http://schemas.openxmlformats.org/officeDocument/2006/relationships/image" Target="../media/image26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6096000" y="103939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135282" y="3067410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6056719" y="1082855"/>
            <a:ext cx="0" cy="19431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056719" y="3114925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188419" y="3436742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6160603" y="1456278"/>
            <a:ext cx="323044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0.43 to 0.97 with same training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 Platform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8FD801-F04A-A25E-8D4E-D58F8C048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2526314"/>
            <a:ext cx="6482141" cy="1451729"/>
          </a:xfrm>
          <a:prstGeom prst="rect">
            <a:avLst/>
          </a:prstGeom>
        </p:spPr>
      </p:pic>
      <p:pic>
        <p:nvPicPr>
          <p:cNvPr id="10" name="Picture 9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" y="4456458"/>
            <a:ext cx="1724238" cy="1293178"/>
          </a:xfrm>
          <a:prstGeom prst="rect">
            <a:avLst/>
          </a:prstGeom>
        </p:spPr>
      </p:pic>
      <p:pic>
        <p:nvPicPr>
          <p:cNvPr id="12" name="Picture 11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0150" y="4430102"/>
            <a:ext cx="1754124" cy="1315593"/>
          </a:xfrm>
          <a:prstGeom prst="rect">
            <a:avLst/>
          </a:prstGeom>
        </p:spPr>
      </p:pic>
      <p:pic>
        <p:nvPicPr>
          <p:cNvPr id="19" name="Picture 18" descr="A traffic jam on a highway&#10;&#10;AI-generated content may be incorrect.">
            <a:extLst>
              <a:ext uri="{FF2B5EF4-FFF2-40B4-BE49-F238E27FC236}">
                <a16:creationId xmlns:a16="http://schemas.microsoft.com/office/drawing/2014/main" id="{0F98BB8D-0896-B621-95AB-EBCF5B7833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6717" y="4445251"/>
            <a:ext cx="1754124" cy="1315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856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Neural Architecture Search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058" y="1819600"/>
            <a:ext cx="6210300" cy="310515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84" y="1933250"/>
            <a:ext cx="3988667" cy="299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28800"/>
            <a:ext cx="4267200" cy="3200400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050" y="1828800"/>
            <a:ext cx="63817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810940"/>
            <a:ext cx="4314825" cy="3236119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3" y="1810940"/>
            <a:ext cx="6698460" cy="33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Vs Custom Yolov8n  Vs Teacher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08D266C-BA74-CF28-F549-9166C8C4E2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01" y="2083201"/>
            <a:ext cx="3371850" cy="2247900"/>
          </a:xfrm>
          <a:prstGeom prst="rect">
            <a:avLst/>
          </a:prstGeom>
        </p:spPr>
      </p:pic>
      <p:pic>
        <p:nvPicPr>
          <p:cNvPr id="11" name="Picture 10" descr="A graph of a graph showing different colors&#10;&#10;AI-generated content may be incorrect.">
            <a:extLst>
              <a:ext uri="{FF2B5EF4-FFF2-40B4-BE49-F238E27FC236}">
                <a16:creationId xmlns:a16="http://schemas.microsoft.com/office/drawing/2014/main" id="{A71CE207-451F-C141-A268-4C9207B88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27" y="2082799"/>
            <a:ext cx="3371850" cy="2247900"/>
          </a:xfrm>
          <a:prstGeom prst="rect">
            <a:avLst/>
          </a:prstGeom>
        </p:spPr>
      </p:pic>
      <p:pic>
        <p:nvPicPr>
          <p:cNvPr id="13" name="Picture 12" descr="A graph of a graph of confidence&#10;&#10;AI-generated content may be incorrect.">
            <a:extLst>
              <a:ext uri="{FF2B5EF4-FFF2-40B4-BE49-F238E27FC236}">
                <a16:creationId xmlns:a16="http://schemas.microsoft.com/office/drawing/2014/main" id="{AEDF0FA9-283C-D4A5-C497-10C2DEF8EA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325" y="2082799"/>
            <a:ext cx="3372453" cy="22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74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2200</Words>
  <Application>Microsoft Office PowerPoint</Application>
  <PresentationFormat>Widescreen</PresentationFormat>
  <Paragraphs>352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394</cp:revision>
  <dcterms:created xsi:type="dcterms:W3CDTF">2025-01-17T06:21:01Z</dcterms:created>
  <dcterms:modified xsi:type="dcterms:W3CDTF">2025-05-31T20:36:10Z</dcterms:modified>
</cp:coreProperties>
</file>