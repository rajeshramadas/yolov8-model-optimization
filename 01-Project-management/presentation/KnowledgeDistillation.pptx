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sldIdLst>
    <p:sldId id="257" r:id="rId3"/>
    <p:sldId id="334" r:id="rId4"/>
    <p:sldId id="345" r:id="rId5"/>
    <p:sldId id="346" r:id="rId6"/>
    <p:sldId id="347" r:id="rId7"/>
    <p:sldId id="349" r:id="rId8"/>
    <p:sldId id="329" r:id="rId9"/>
    <p:sldId id="348" r:id="rId10"/>
    <p:sldId id="338" r:id="rId11"/>
    <p:sldId id="340" r:id="rId12"/>
    <p:sldId id="341" r:id="rId13"/>
    <p:sldId id="351" r:id="rId14"/>
    <p:sldId id="350" r:id="rId15"/>
    <p:sldId id="352" r:id="rId16"/>
    <p:sldId id="343" r:id="rId17"/>
    <p:sldId id="344" r:id="rId18"/>
    <p:sldId id="32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90" y="1263976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6096000" y="10393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160603" y="3248448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6056719" y="1082855"/>
            <a:ext cx="0" cy="19431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088129" y="3291905"/>
            <a:ext cx="0" cy="133876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242867" y="3682007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6160603" y="1456278"/>
            <a:ext cx="32304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0.43 to 0.97 with same training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1989</Words>
  <Application>Microsoft Office PowerPoint</Application>
  <PresentationFormat>Widescreen</PresentationFormat>
  <Paragraphs>314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Yolov8n Custom Config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Application: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353</cp:revision>
  <dcterms:created xsi:type="dcterms:W3CDTF">2025-01-17T06:21:01Z</dcterms:created>
  <dcterms:modified xsi:type="dcterms:W3CDTF">2025-05-30T05:03:47Z</dcterms:modified>
</cp:coreProperties>
</file>