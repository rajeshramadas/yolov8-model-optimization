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2"/>
  </p:notesMasterIdLst>
  <p:sldIdLst>
    <p:sldId id="257" r:id="rId3"/>
    <p:sldId id="334" r:id="rId4"/>
    <p:sldId id="345" r:id="rId5"/>
    <p:sldId id="346" r:id="rId6"/>
    <p:sldId id="347" r:id="rId7"/>
    <p:sldId id="349" r:id="rId8"/>
    <p:sldId id="365" r:id="rId9"/>
    <p:sldId id="366" r:id="rId10"/>
    <p:sldId id="348" r:id="rId11"/>
    <p:sldId id="338" r:id="rId12"/>
    <p:sldId id="340" r:id="rId13"/>
    <p:sldId id="341" r:id="rId14"/>
    <p:sldId id="351" r:id="rId15"/>
    <p:sldId id="360" r:id="rId16"/>
    <p:sldId id="362" r:id="rId17"/>
    <p:sldId id="364" r:id="rId18"/>
    <p:sldId id="358" r:id="rId19"/>
    <p:sldId id="361" r:id="rId20"/>
    <p:sldId id="350" r:id="rId21"/>
    <p:sldId id="329" r:id="rId22"/>
    <p:sldId id="355" r:id="rId23"/>
    <p:sldId id="353" r:id="rId24"/>
    <p:sldId id="356" r:id="rId25"/>
    <p:sldId id="357" r:id="rId26"/>
    <p:sldId id="354" r:id="rId27"/>
    <p:sldId id="352" r:id="rId28"/>
    <p:sldId id="343" r:id="rId29"/>
    <p:sldId id="344" r:id="rId30"/>
    <p:sldId id="32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129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8FD801-F04A-A25E-8D4E-D58F8C048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473" y="3028710"/>
            <a:ext cx="8948989" cy="20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856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Neural Architecture Search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058" y="1819600"/>
            <a:ext cx="6210300" cy="310515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84" y="1933250"/>
            <a:ext cx="3988667" cy="299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28800"/>
            <a:ext cx="4267200" cy="3200400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050" y="1828800"/>
            <a:ext cx="63817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810940"/>
            <a:ext cx="4314825" cy="3236119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3" y="1810940"/>
            <a:ext cx="6698460" cy="33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Vs Custom Yolov8n  Vs Teacher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08D266C-BA74-CF28-F549-9166C8C4E2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01" y="2083201"/>
            <a:ext cx="3371850" cy="2247900"/>
          </a:xfrm>
          <a:prstGeom prst="rect">
            <a:avLst/>
          </a:prstGeom>
        </p:spPr>
      </p:pic>
      <p:pic>
        <p:nvPicPr>
          <p:cNvPr id="11" name="Picture 10" descr="A graph of a graph showing different colors&#10;&#10;AI-generated content may be incorrect.">
            <a:extLst>
              <a:ext uri="{FF2B5EF4-FFF2-40B4-BE49-F238E27FC236}">
                <a16:creationId xmlns:a16="http://schemas.microsoft.com/office/drawing/2014/main" id="{A71CE207-451F-C141-A268-4C9207B88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27" y="2082799"/>
            <a:ext cx="3371850" cy="2247900"/>
          </a:xfrm>
          <a:prstGeom prst="rect">
            <a:avLst/>
          </a:prstGeom>
        </p:spPr>
      </p:pic>
      <p:pic>
        <p:nvPicPr>
          <p:cNvPr id="13" name="Picture 12" descr="A graph of a graph of confidence&#10;&#10;AI-generated content may be incorrect.">
            <a:extLst>
              <a:ext uri="{FF2B5EF4-FFF2-40B4-BE49-F238E27FC236}">
                <a16:creationId xmlns:a16="http://schemas.microsoft.com/office/drawing/2014/main" id="{AEDF0FA9-283C-D4A5-C497-10C2DEF8EA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325" y="2082799"/>
            <a:ext cx="3372453" cy="22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74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2358</Words>
  <Application>Microsoft Office PowerPoint</Application>
  <PresentationFormat>Widescreen</PresentationFormat>
  <Paragraphs>393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PowerPoint Presentation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423</cp:revision>
  <dcterms:created xsi:type="dcterms:W3CDTF">2025-01-17T06:21:01Z</dcterms:created>
  <dcterms:modified xsi:type="dcterms:W3CDTF">2025-06-01T10:10:33Z</dcterms:modified>
</cp:coreProperties>
</file>