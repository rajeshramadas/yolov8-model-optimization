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5"/>
  </p:notesMasterIdLst>
  <p:sldIdLst>
    <p:sldId id="257" r:id="rId3"/>
    <p:sldId id="322" r:id="rId4"/>
    <p:sldId id="323" r:id="rId5"/>
    <p:sldId id="316" r:id="rId6"/>
    <p:sldId id="324" r:id="rId7"/>
    <p:sldId id="326" r:id="rId8"/>
    <p:sldId id="327" r:id="rId9"/>
    <p:sldId id="328" r:id="rId10"/>
    <p:sldId id="329" r:id="rId11"/>
    <p:sldId id="330" r:id="rId12"/>
    <p:sldId id="325" r:id="rId13"/>
    <p:sldId id="32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F2714E-FC32-4294-838A-7AA012D11B30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721D6-23B8-47AA-9F37-8BA5DF9ECE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9721D6-23B8-47AA-9F37-8BA5DF9ECE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6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1DA1A-BE08-81D5-DA80-4D4E34BB4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93D516-B679-E0AF-DC41-4B4C85EF2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30166-F489-BC2F-4077-B17AFE2B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F46C5-80A3-B6E3-1FC7-377DBFD00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29A05C-BBD5-A248-102C-140562D8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9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48534-D608-2232-768B-A81CC7C02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196FD-CBAF-F5D3-9C57-E56E0B6B2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B8671-4D33-B71D-1F8A-7F8A8A768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029B39-C482-3AF4-9F54-057A15E60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C5F79-D7E0-B9F6-70BC-42280FB5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24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32782-B219-0088-E827-1B5C71F6A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2E419B-4056-26A8-8E87-26DEF985E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5360A-FE4F-5378-59B1-E180ADF2B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CCC3BE-5ED3-A1C7-5A19-B5E831D60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D75AA-43EC-CA25-8DCD-60DBC96D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706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557F9-B299-6731-4EDF-0006D284C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2F9E9-53B2-E9A7-F14F-EF33DB0382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68B86-EDA5-7990-AAFD-17E9F1608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A8004-B255-1291-D29B-0CE245336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C1FFD7-2919-EB38-2871-172B5609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DD4B35-2AD0-087C-7013-79EB0299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34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73AA5-5BED-758A-2D0B-1FD712D1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1B2D9C-3040-7DCF-96CC-6C753264A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B0CD9-4892-F862-67A6-789BE686B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65C3C-D6CD-B059-054C-1E7F2167E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423CE-D7C5-AB6E-962B-644B3736EF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AAEA2C-4798-D963-BEC0-16D97D7E0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AD32F9-5E4D-52FC-802C-AFDDCCF2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583300-66D9-796B-23FC-70F765380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656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18B41-6716-2684-3CA8-DD1476A3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6B964-D167-71FA-A1FC-563F82F50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068FD3-58A5-32DD-6CFE-03B382D02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17E67-8E04-2AE7-3C03-AC0BF1250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04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A812B8-A23C-01BC-E352-4AA48DDF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831A9A-D3CE-DA81-04FC-C87D336C4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14144-E3AF-91B2-D8D0-ED78EA6B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57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5F0B4-37C6-19FC-845C-487E6DA51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26E0D-37BF-8696-5768-30C36CA7E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5E407-563C-14A6-AFC6-16D0E8308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121230-0A75-087C-5292-CB3E860FA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98903-4338-E741-D9BB-824C866A1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04BB55-2113-F5A9-6783-5084190AB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267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ED696-3717-2BD2-7E6D-84DA27E37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429A3D-E719-6F0B-22CA-FFD150B240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863D1D-011F-2893-5A29-37B3CB2B9F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F911F-D0E0-1328-010B-6364A8B73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B0BBA-AD36-F3AA-C705-58EC81B77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646C8-7199-F2A2-0426-DB385C62E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963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7A485-F90E-ED16-AFBC-5722111F5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79576-7EEF-D4A2-0AB2-7A1C24B31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41D9E-A563-22ED-303A-C383FD834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107EC-2EB6-5C06-14A3-502CDC5D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D3081-3BF9-4B4A-5F89-EF816743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649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F0B60E-695E-6FFD-259C-9BAFBD994C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7A51A8-AFCB-0E05-EA8B-E628CADEB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25A6F-BF18-AE50-06AE-02ADC6A78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9F966-C8B1-DAE9-CB60-6BDBA57EA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273C3-0C16-AE7A-B7E0-E0E9B3466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40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30920-74E5-47FE-887D-DC5042FF06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EC44F9-907B-42B1-9E1C-DDFE347E2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0FAD4-5FA7-4463-9075-078DDB556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F5888-44AA-4928-9085-9C2C408E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7E58B-B3E8-4662-8E64-4E61575F9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4343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83031-C206-45A9-B9F5-4579F727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A4A7A-8CFB-49ED-BC2D-3F6C8E7BB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514D5-D96A-4FF0-B23C-F439E674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BEF8D-5AAC-4F72-80C9-F6C142A13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C5907D-0F39-4C40-8552-93E0EAF2E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364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0FF9F-890D-4A49-9A42-56312560E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9662DC-CD15-4E0B-B3DF-DA4844A6E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10451-65F1-4CAD-9829-0F6F1AE9F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79500-5489-47E9-BDCF-0F980E82E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BBED0-0129-47DE-AAFD-D57937DFA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6839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94047-7DFE-4F04-88ED-B8AEC4D3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EB2BB-032F-4ECB-A386-B91EDF75EE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7A6061-24C0-453A-A260-7B4DD09F70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F3BCA4-C1D1-4371-834F-32240F95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0BA73-CD5C-43CB-A7C2-90F06D683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F0BC7-819F-4C8A-95E0-ACE9F8A58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0456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FA70E-1841-4A49-9272-A463DB6B1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D1412-5697-4361-9915-C507F0BA6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44BEE-2BB3-4060-8D40-F4467EA93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353A9B-60A9-42F5-8D8D-D7F92A2D2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E9E0A7-AC11-4EEB-85C8-2094A2542E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5A5B14-C017-47BA-BADC-C08D71F1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67DDA5-DC51-4175-8C03-349A20F7E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307F34-5F1B-4328-BB8C-1E553E551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2873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5B35-384C-450F-A757-EE64064CD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7CAAC-DE8A-410A-BD42-26DBD99F6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3F3B91-E950-40E8-AB75-C6866831B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16592-4CC9-49B8-9199-F1D4B591B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4868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5334EA-C57E-4BEC-BBF7-2DA3507FA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E010E8-3EC4-4230-ADAD-F3968E10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5B8DF-43A0-4246-8565-08A55C9D6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5180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B502E-50B5-498C-B4BA-7045D7A0E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22FF4-7A69-4AC6-B707-CC181EAB7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718EB8-57B6-4F5F-A01A-41494844EB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80421B-1A04-4FDC-8032-7546C9DA3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6499FA-438E-45FF-926A-C91792266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1FA91-9587-4689-9972-D9F95B136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923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F007D-3E98-4010-B666-479462799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3FFD2-2A9C-4EFC-8E1C-FDF1873FFF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79DFD6-9AC3-46C2-84BE-9AA44872A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32F4E8-CFD1-44AD-B2F8-1D79EB38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E17E1-ABDF-4D66-BC09-C7000E240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5BCA60-D015-4A87-B3FA-FD2CC082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4140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3B776-CCA7-4B3B-B949-A601AA01E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FFD7B-A349-4A05-8FEB-3A66033185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F9BE6-2F94-499A-B81A-EA87C14E1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AD9F4-B677-4B65-930B-F395E1EE8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07E23-F40A-4A27-B36A-D4CE179DD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8077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D1A044-DAA7-4F58-9AC2-1BEB5669EE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68BDC6-476E-4B17-B9EA-EA16B9604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0C74C-1EE4-4A04-A652-D3ACAE4BA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D3FA2-93CB-40B9-BE9A-8F9D4C4EA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93173-A68B-4F21-BF0C-2A3E26FD4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50681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860300" y="3683633"/>
            <a:ext cx="8982000" cy="15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7917661" y="3377551"/>
            <a:ext cx="962400" cy="102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/>
          <p:nvPr/>
        </p:nvSpPr>
        <p:spPr>
          <a:xfrm>
            <a:off x="8879815" y="3377551"/>
            <a:ext cx="962400" cy="10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" name="Google Shape;13;p2"/>
          <p:cNvSpPr/>
          <p:nvPr/>
        </p:nvSpPr>
        <p:spPr>
          <a:xfrm>
            <a:off x="-1" y="3377551"/>
            <a:ext cx="962400" cy="10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" name="Google Shape;14;p2"/>
          <p:cNvSpPr/>
          <p:nvPr/>
        </p:nvSpPr>
        <p:spPr>
          <a:xfrm>
            <a:off x="961900" y="3377551"/>
            <a:ext cx="6955600" cy="10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64796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29FAFE-B33E-4671-ECD8-A71E1BB0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B3C09-C4BF-75BB-9472-2DDBA5C90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4D248-6DE2-342B-2ED1-4EB3DE8A8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3E7FB-59A9-40D8-AE84-673056C5A732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88952-6097-6347-EC53-22CFD2DAC4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B2C79-1AEB-2711-31BF-B92E09CECE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80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BB63AB-5F97-4BCF-A221-24219E17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48CCE3-A327-43A3-892A-796795DE6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34E2-7244-44C0-A9C7-AE677FCE31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2714B-8236-4755-AAED-4EAC687A04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941AD2-149A-4BED-B82B-0A3A5FC75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7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80E5101-CE7D-E983-9125-B5A4786017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35B947-6F90-7777-2DCF-D329BE9E88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500654-EA8C-0475-E05F-BEF4A2D0B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BAFE8EA0-C4EA-987A-5E4F-9D60624906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8"/>
            <a:ext cx="10905067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03D2B3A-B7C5-E127-941E-EC70732D8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1471" y="1565780"/>
            <a:ext cx="7749053" cy="2023364"/>
          </a:xfrm>
        </p:spPr>
        <p:txBody>
          <a:bodyPr/>
          <a:lstStyle/>
          <a:p>
            <a:pPr defTabSz="768096"/>
            <a:r>
              <a:rPr lang="en-US" sz="504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   </a:t>
            </a:r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05483A3-21B7-FFE1-6B50-C933F5DA63EA}"/>
              </a:ext>
            </a:extLst>
          </p:cNvPr>
          <p:cNvSpPr txBox="1">
            <a:spLocks/>
          </p:cNvSpPr>
          <p:nvPr/>
        </p:nvSpPr>
        <p:spPr>
          <a:xfrm>
            <a:off x="2221471" y="3667172"/>
            <a:ext cx="7749053" cy="14031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68096">
              <a:spcBef>
                <a:spcPts val="840"/>
              </a:spcBef>
            </a:pPr>
            <a:r>
              <a:rPr lang="en-US" sz="2016"/>
              <a:t>    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4D5927-D33D-C91F-528E-DCBFF983A799}"/>
              </a:ext>
            </a:extLst>
          </p:cNvPr>
          <p:cNvSpPr txBox="1"/>
          <p:nvPr/>
        </p:nvSpPr>
        <p:spPr>
          <a:xfrm>
            <a:off x="1268512" y="1933351"/>
            <a:ext cx="9654969" cy="1233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de-DE" sz="3024" b="1" kern="1200" dirty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International University of Applied Sciences 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b="1" i="0" kern="1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Enhancing Machine Learning Development </a:t>
            </a:r>
            <a:br>
              <a:rPr lang="en-US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b="1" i="0" kern="1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Efficiency through DevOps and MLOps</a:t>
            </a:r>
            <a:endParaRPr lang="en-US" b="1" u="sng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23B3B1-4F42-3E72-3AC9-40401791C3B0}"/>
              </a:ext>
            </a:extLst>
          </p:cNvPr>
          <p:cNvSpPr txBox="1"/>
          <p:nvPr/>
        </p:nvSpPr>
        <p:spPr>
          <a:xfrm>
            <a:off x="2757491" y="3483883"/>
            <a:ext cx="9654968" cy="2382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de-DE" sz="1512" dirty="0">
                <a:latin typeface="Calibri" panose="020F0502020204030204" pitchFamily="34" charset="0"/>
                <a:cs typeface="Calibri" panose="020F0502020204030204" pitchFamily="34" charset="0"/>
              </a:rPr>
              <a:t>Student:			 Rajesh Kumar Ramadas</a:t>
            </a:r>
            <a:endParaRPr lang="en-US" sz="1512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512" dirty="0">
                <a:latin typeface="Calibri" panose="020F0502020204030204" pitchFamily="34" charset="0"/>
                <a:cs typeface="Calibri" panose="020F0502020204030204" pitchFamily="34" charset="0"/>
              </a:rPr>
              <a:t>Matriculation:			 92125100</a:t>
            </a:r>
            <a:r>
              <a:rPr lang="de-DE" sz="1512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512" dirty="0">
                <a:latin typeface="Calibri" panose="020F0502020204030204" pitchFamily="34" charset="0"/>
                <a:cs typeface="Calibri" panose="020F0502020204030204" pitchFamily="34" charset="0"/>
              </a:rPr>
              <a:t>Course Of Study                                  Master Of Computer Science 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512" dirty="0">
                <a:latin typeface="Calibri" panose="020F0502020204030204" pitchFamily="34" charset="0"/>
                <a:cs typeface="Calibri" panose="020F0502020204030204" pitchFamily="34" charset="0"/>
              </a:rPr>
              <a:t>University Supervisor:		</a:t>
            </a:r>
            <a:r>
              <a:rPr lang="en-US" sz="1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Dr. Aditya </a:t>
            </a:r>
            <a:r>
              <a:rPr lang="en-US" sz="14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Mushyam</a:t>
            </a:r>
            <a:endParaRPr lang="en-US" sz="1512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512" dirty="0">
                <a:latin typeface="Calibri" panose="020F0502020204030204" pitchFamily="34" charset="0"/>
                <a:cs typeface="Calibri" panose="020F0502020204030204" pitchFamily="34" charset="0"/>
              </a:rPr>
              <a:t>Course Name 			</a:t>
            </a:r>
            <a:r>
              <a:rPr lang="en-US" sz="1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Master Thesis </a:t>
            </a:r>
            <a:r>
              <a:rPr lang="de-DE" sz="1512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endParaRPr lang="en-US" sz="1512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512" dirty="0">
                <a:latin typeface="Calibri" panose="020F0502020204030204" pitchFamily="34" charset="0"/>
                <a:cs typeface="Calibri" panose="020F0502020204030204" pitchFamily="34" charset="0"/>
              </a:rPr>
              <a:t>Submission Date:  		</a:t>
            </a:r>
            <a:r>
              <a:rPr lang="en-US" sz="1400" kern="1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January 2025</a:t>
            </a:r>
            <a:endParaRPr lang="en-US" sz="1512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371600">
              <a:lnSpc>
                <a:spcPct val="115000"/>
              </a:lnSpc>
              <a:spcAft>
                <a:spcPts val="600"/>
              </a:spcAft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DAD615-E3D1-BE36-499E-A26E93F4E0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80" t="9918" r="4329" b="14601"/>
          <a:stretch/>
        </p:blipFill>
        <p:spPr bwMode="auto">
          <a:xfrm>
            <a:off x="4926392" y="1123527"/>
            <a:ext cx="2104031" cy="7467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93461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 fontScale="90000"/>
          </a:bodyPr>
          <a:lstStyle/>
          <a:p>
            <a:r>
              <a:rPr lang="en-US" sz="3600" b="1" dirty="0">
                <a:solidFill>
                  <a:srgbClr val="1E40AF"/>
                </a:solidFill>
                <a:latin typeface="-apple-system"/>
              </a:rPr>
              <a:t>Research Overview</a:t>
            </a:r>
            <a:br>
              <a:rPr lang="en-US" sz="1000" b="1" i="0" dirty="0">
                <a:solidFill>
                  <a:srgbClr val="1E40AF"/>
                </a:solidFill>
                <a:effectLst/>
                <a:latin typeface="-apple-system"/>
              </a:rPr>
            </a:br>
            <a:endParaRPr lang="en-US" sz="2000" b="1" dirty="0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23E7D1-6C63-157B-B77A-C6AEF9497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591" y="1655642"/>
            <a:ext cx="9768205" cy="319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989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 fontScale="90000"/>
          </a:bodyPr>
          <a:lstStyle/>
          <a:p>
            <a:r>
              <a:rPr lang="en-US" sz="3600" b="1" i="0" dirty="0">
                <a:solidFill>
                  <a:srgbClr val="1E40AF"/>
                </a:solidFill>
                <a:effectLst/>
                <a:latin typeface="-apple-system"/>
              </a:rPr>
              <a:t>Background &amp; Motivation</a:t>
            </a:r>
            <a:br>
              <a:rPr lang="en-US" sz="1000" b="1" i="0" dirty="0">
                <a:solidFill>
                  <a:srgbClr val="1E40AF"/>
                </a:solidFill>
                <a:effectLst/>
                <a:latin typeface="-apple-system"/>
              </a:rPr>
            </a:br>
            <a:br>
              <a:rPr lang="en-US" sz="1000" b="1" i="0" dirty="0">
                <a:solidFill>
                  <a:srgbClr val="1E40AF"/>
                </a:solidFill>
                <a:effectLst/>
                <a:latin typeface="-apple-system"/>
              </a:rPr>
            </a:br>
            <a:endParaRPr lang="en-US" sz="2000" b="1" dirty="0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/>
              <a:t>Master Thesis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288F942-0697-1F47-28B6-850C499C3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765" y="1185792"/>
            <a:ext cx="4026107" cy="158758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6A792B8-D6F1-94AE-6E99-A75161C7B7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183" y="1185792"/>
            <a:ext cx="4197566" cy="261633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AA17FDE-4FD1-6F1D-8B41-3A86B99F45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1387" y="3802126"/>
            <a:ext cx="4045158" cy="2311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536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Research Objectives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BFB411-ED7B-D43C-98DE-145BA2ABD4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456" y="1241571"/>
            <a:ext cx="8715544" cy="4475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481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MLOps Architecture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4DBDB9-A6C8-A747-A704-71D09AFBE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882" y="1247663"/>
            <a:ext cx="8274475" cy="4362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874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Jenkins Pipeline Implementation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68CDAA9-5ACA-3211-8FA6-A2DECD547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680" y="1228611"/>
            <a:ext cx="9179373" cy="4547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245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Dataset Validation &amp; Augmentation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87EDB7-E4EE-A211-3D4A-6408605498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25284"/>
            <a:ext cx="10015670" cy="4207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820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Neural Architecture Search (NAS)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8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7971E4-1E2E-0D37-67A4-6E8002185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424" y="1299498"/>
            <a:ext cx="9304656" cy="450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769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YoloV8n Config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9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470B50-4742-57EA-E337-7EF457A72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102" y="1004048"/>
            <a:ext cx="5512083" cy="4997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977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Knowledge Distillation Performance Comparison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ED50B0-36FD-6A28-AC69-694AFAD2A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6482" y="1294105"/>
            <a:ext cx="8153819" cy="9779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CDFC44-8C3B-32E0-454F-8397C61F8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6482" y="2562112"/>
            <a:ext cx="4026107" cy="151137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98ACBFD-6F0A-0398-246E-C9E2E68AA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1883" y="4357333"/>
            <a:ext cx="4000706" cy="120656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96A1DA9-9D3C-5780-CF5C-F060BAB66D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6195" y="2970230"/>
            <a:ext cx="3778898" cy="225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41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Knowledge Distillation Configuration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11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7A2DD2-E874-85DC-AB8A-09FAFF958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213" y="2099389"/>
            <a:ext cx="7186558" cy="2316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953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4B78813-B944-6965-AD19-AA035DCA1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E73E8F-1DB4-D601-094E-5429CDE7F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920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181</Words>
  <Application>Microsoft Office PowerPoint</Application>
  <PresentationFormat>Widescreen</PresentationFormat>
  <Paragraphs>52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Office Theme</vt:lpstr>
      <vt:lpstr>1_Office Theme</vt:lpstr>
      <vt:lpstr>    </vt:lpstr>
      <vt:lpstr>Research Overview </vt:lpstr>
      <vt:lpstr>Background &amp; Motivation  </vt:lpstr>
      <vt:lpstr>Research Objectives</vt:lpstr>
      <vt:lpstr>MLOps Architecture</vt:lpstr>
      <vt:lpstr>Jenkins Pipeline Implementation</vt:lpstr>
      <vt:lpstr>Dataset Validation &amp; Augmentation</vt:lpstr>
      <vt:lpstr>Neural Architecture Search (NAS)</vt:lpstr>
      <vt:lpstr>YoloV8n Config</vt:lpstr>
      <vt:lpstr>Knowledge Distillation Performance Comparison</vt:lpstr>
      <vt:lpstr>Knowledge Distillation Configuration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Enhancing Machine Learning Development  Efficiency through DevOps and MLOps   Master of computer science   Student:   Rajesh Kumar Ramadas rajesh-kumar.ramadas@iu-study.org  Matriculation:   92125100 Course name                           Master Thesis University Supervisor:  Dr. Aditya Mushyam     aditya.mushyam@iu.org Submission Date:</dc:title>
  <dc:creator>R, Rajesh Kumar</dc:creator>
  <cp:lastModifiedBy>R, Rajesh Kumar</cp:lastModifiedBy>
  <cp:revision>137</cp:revision>
  <dcterms:created xsi:type="dcterms:W3CDTF">2025-01-17T06:21:01Z</dcterms:created>
  <dcterms:modified xsi:type="dcterms:W3CDTF">2025-05-19T10:53:43Z</dcterms:modified>
</cp:coreProperties>
</file>