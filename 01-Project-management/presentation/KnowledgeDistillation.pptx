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5"/>
  </p:notesMasterIdLst>
  <p:sldIdLst>
    <p:sldId id="257" r:id="rId3"/>
    <p:sldId id="322" r:id="rId4"/>
    <p:sldId id="323" r:id="rId5"/>
    <p:sldId id="316" r:id="rId6"/>
    <p:sldId id="324" r:id="rId7"/>
    <p:sldId id="326" r:id="rId8"/>
    <p:sldId id="327" r:id="rId9"/>
    <p:sldId id="328" r:id="rId10"/>
    <p:sldId id="329" r:id="rId11"/>
    <p:sldId id="330" r:id="rId12"/>
    <p:sldId id="325" r:id="rId13"/>
    <p:sldId id="32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5/18/2025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268512" y="1933351"/>
            <a:ext cx="9654969" cy="1233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Enhancing Machine Learning Development </a:t>
            </a:r>
            <a:br>
              <a:rPr lang="en-US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n-US" b="1" i="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Efficiency through DevOps and MLOps</a:t>
            </a: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757491" y="3483883"/>
            <a:ext cx="9654968" cy="2382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Student:			 Rajesh Kumar Ramadas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Matriculation:			 92125100</a:t>
            </a: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Course Of Study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University Supervisor:		</a:t>
            </a:r>
            <a:r>
              <a:rPr lang="en-US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Dr. Aditya </a:t>
            </a:r>
            <a:r>
              <a:rPr lang="en-US" sz="14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Mushyam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Course Name 			</a:t>
            </a:r>
            <a:r>
              <a:rPr lang="en-US" sz="14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Master Thesis </a:t>
            </a:r>
            <a:r>
              <a:rPr lang="de-DE" sz="1512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512" dirty="0">
                <a:latin typeface="Calibri" panose="020F0502020204030204" pitchFamily="34" charset="0"/>
                <a:cs typeface="Calibri" panose="020F0502020204030204" pitchFamily="34" charset="0"/>
              </a:rPr>
              <a:t>Submission Date:  		</a:t>
            </a:r>
            <a:r>
              <a:rPr lang="en-US" sz="1400" kern="100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January 2025</a:t>
            </a:r>
            <a:endParaRPr lang="en-US" sz="1512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926392" y="1123527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solidFill>
                  <a:srgbClr val="1E40AF"/>
                </a:solidFill>
                <a:latin typeface="-apple-system"/>
              </a:rPr>
              <a:t>Research Overview</a:t>
            </a:r>
            <a:br>
              <a:rPr lang="en-US" sz="1000" b="1" i="0" dirty="0">
                <a:solidFill>
                  <a:srgbClr val="1E40AF"/>
                </a:solidFill>
                <a:effectLst/>
                <a:latin typeface="-apple-system"/>
              </a:rPr>
            </a:br>
            <a:endParaRPr lang="en-US" sz="2000" b="1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23E7D1-6C63-157B-B77A-C6AEF9497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591" y="1655642"/>
            <a:ext cx="9768205" cy="319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9896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 fontScale="90000"/>
          </a:bodyPr>
          <a:lstStyle/>
          <a:p>
            <a:r>
              <a:rPr lang="en-US" sz="3600" b="1" i="0" dirty="0">
                <a:solidFill>
                  <a:srgbClr val="1E40AF"/>
                </a:solidFill>
                <a:effectLst/>
                <a:latin typeface="-apple-system"/>
              </a:rPr>
              <a:t>Background &amp; Motivation</a:t>
            </a:r>
            <a:br>
              <a:rPr lang="en-US" sz="1000" b="1" i="0" dirty="0">
                <a:solidFill>
                  <a:srgbClr val="1E40AF"/>
                </a:solidFill>
                <a:effectLst/>
                <a:latin typeface="-apple-system"/>
              </a:rPr>
            </a:br>
            <a:br>
              <a:rPr lang="en-US" sz="1000" b="1" i="0" dirty="0">
                <a:solidFill>
                  <a:srgbClr val="1E40AF"/>
                </a:solidFill>
                <a:effectLst/>
                <a:latin typeface="-apple-system"/>
              </a:rPr>
            </a:br>
            <a:endParaRPr lang="en-US" sz="2000" b="1" dirty="0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/>
              <a:t>Master Thesis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88F942-0697-1F47-28B6-850C499C3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65" y="1185792"/>
            <a:ext cx="4026107" cy="15875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A792B8-D6F1-94AE-6E99-A75161C7B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5183" y="1185792"/>
            <a:ext cx="4197566" cy="261633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AA17FDE-4FD1-6F1D-8B41-3A86B99F45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1387" y="3802126"/>
            <a:ext cx="4045158" cy="2311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536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Research Objectives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BFB411-ED7B-D43C-98DE-145BA2ABD4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456" y="1241571"/>
            <a:ext cx="8715544" cy="4475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48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MLOps Architecture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4DBDB9-A6C8-A747-A704-71D09AFBE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882" y="1247663"/>
            <a:ext cx="8274475" cy="436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74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Jenkins Pipeline Implementation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8CDAA9-5ACA-3211-8FA6-A2DECD547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680" y="1228611"/>
            <a:ext cx="9179373" cy="4547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245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Dataset Validation &amp; Augmentation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87EDB7-E4EE-A211-3D4A-640860549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325284"/>
            <a:ext cx="10015670" cy="4207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820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Neural Architecture Search (NAS)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7971E4-1E2E-0D37-67A4-6E8002185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424" y="1299498"/>
            <a:ext cx="9304656" cy="450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0769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YoloV8n Config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9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470B50-4742-57EA-E337-7EF457A72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102" y="1004048"/>
            <a:ext cx="5512083" cy="499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Knowledge Distillation Performance Comparison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ED50B0-36FD-6A28-AC69-694AFAD2A9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482" y="1294105"/>
            <a:ext cx="8153819" cy="9779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CDFC44-8C3B-32E0-454F-8397C61F8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6482" y="2562112"/>
            <a:ext cx="4026107" cy="15113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8ACBFD-6F0A-0398-246E-C9E2E68AA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1883" y="4357333"/>
            <a:ext cx="4000706" cy="120656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6A1DA9-9D3C-5780-CF5C-F060BAB66D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6195" y="2970230"/>
            <a:ext cx="3778898" cy="225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41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solidFill>
                  <a:srgbClr val="1E40AF"/>
                </a:solidFill>
                <a:latin typeface="-apple-system"/>
              </a:rPr>
              <a:t>Knowledge Distillation Configuration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spcAft>
                <a:spcPts val="600"/>
              </a:spcAft>
              <a:defRPr/>
            </a:pPr>
            <a:r>
              <a:rPr lang="en-US" dirty="0"/>
              <a:t>Master Thesis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11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7A2DD2-E874-85DC-AB8A-09FAFF958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213" y="2099389"/>
            <a:ext cx="7186558" cy="2316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29531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</Words>
  <Application>Microsoft Office PowerPoint</Application>
  <PresentationFormat>Widescreen</PresentationFormat>
  <Paragraphs>52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Office Theme</vt:lpstr>
      <vt:lpstr>1_Office Theme</vt:lpstr>
      <vt:lpstr>    </vt:lpstr>
      <vt:lpstr>Research Overview </vt:lpstr>
      <vt:lpstr>Background &amp; Motivation  </vt:lpstr>
      <vt:lpstr>Research Objectives</vt:lpstr>
      <vt:lpstr>MLOps Architecture</vt:lpstr>
      <vt:lpstr>Jenkins Pipeline Implementation</vt:lpstr>
      <vt:lpstr>Dataset Validation &amp; Augmentation</vt:lpstr>
      <vt:lpstr>Neural Architecture Search (NAS)</vt:lpstr>
      <vt:lpstr>YoloV8n Config</vt:lpstr>
      <vt:lpstr>Knowledge Distillation Performance Comparison</vt:lpstr>
      <vt:lpstr>Knowledge Distillation Configuration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137</cp:revision>
  <dcterms:created xsi:type="dcterms:W3CDTF">2025-01-17T06:21:01Z</dcterms:created>
  <dcterms:modified xsi:type="dcterms:W3CDTF">2025-05-18T19:29:28Z</dcterms:modified>
</cp:coreProperties>
</file>